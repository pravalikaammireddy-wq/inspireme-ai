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263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valikaammireddy-wq" TargetMode="External"/><Relationship Id="rId2" Type="http://schemas.openxmlformats.org/officeDocument/2006/relationships/hyperlink" Target="https://preview--delight-garden.lovable.app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42161"/>
            <a:ext cx="3811904" cy="260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TEAM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MEMBERS: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 dirty="0">
              <a:latin typeface="Arial"/>
              <a:cs typeface="Arial"/>
            </a:endParaRPr>
          </a:p>
          <a:p>
            <a:pPr marL="169545" indent="-117475">
              <a:lnSpc>
                <a:spcPct val="100000"/>
              </a:lnSpc>
              <a:buSzPct val="90909"/>
              <a:buAutoNum type="arabicPeriod"/>
              <a:tabLst>
                <a:tab pos="169545" algn="l"/>
              </a:tabLst>
            </a:pPr>
            <a:r>
              <a:rPr lang="en-IN" sz="1100" spc="-10" dirty="0">
                <a:latin typeface="Cambria"/>
                <a:cs typeface="Cambria"/>
              </a:rPr>
              <a:t>Pravalika</a:t>
            </a:r>
            <a:endParaRPr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1100" dirty="0">
              <a:latin typeface="Cambria"/>
              <a:cs typeface="Cambria"/>
            </a:endParaRPr>
          </a:p>
          <a:p>
            <a:pPr marL="168910" indent="-156210">
              <a:lnSpc>
                <a:spcPct val="100000"/>
              </a:lnSpc>
              <a:spcBef>
                <a:spcPts val="5"/>
              </a:spcBef>
              <a:buSzPct val="90909"/>
              <a:buAutoNum type="arabicPeriod"/>
              <a:tabLst>
                <a:tab pos="168910" algn="l"/>
              </a:tabLst>
            </a:pPr>
            <a:r>
              <a:rPr lang="en-IN" sz="1100" spc="-10" dirty="0">
                <a:latin typeface="Cambria"/>
                <a:cs typeface="Cambria"/>
              </a:rPr>
              <a:t>Mahitha</a:t>
            </a:r>
            <a:endParaRPr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Cambria"/>
              <a:buAutoNum type="arabicPeriod"/>
            </a:pPr>
            <a:endParaRPr sz="1100" dirty="0">
              <a:latin typeface="Cambria"/>
              <a:cs typeface="Cambria"/>
            </a:endParaRPr>
          </a:p>
          <a:p>
            <a:pPr marL="166370" indent="-153670">
              <a:lnSpc>
                <a:spcPct val="100000"/>
              </a:lnSpc>
              <a:buSzPct val="90909"/>
              <a:buAutoNum type="arabicPeriod"/>
              <a:tabLst>
                <a:tab pos="166370" algn="l"/>
              </a:tabLst>
            </a:pPr>
            <a:r>
              <a:rPr lang="en-IN" sz="1100" dirty="0">
                <a:latin typeface="Cambria"/>
                <a:cs typeface="Cambria"/>
              </a:rPr>
              <a:t>Dedeepya Lakshmi</a:t>
            </a:r>
            <a:endParaRPr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1100" dirty="0">
              <a:latin typeface="Cambria"/>
              <a:cs typeface="Cambria"/>
            </a:endParaRPr>
          </a:p>
          <a:p>
            <a:pPr marL="168910" indent="-156210">
              <a:lnSpc>
                <a:spcPct val="100000"/>
              </a:lnSpc>
              <a:buSzPct val="90909"/>
              <a:buAutoNum type="arabicPeriod"/>
              <a:tabLst>
                <a:tab pos="168910" algn="l"/>
              </a:tabLst>
            </a:pPr>
            <a:r>
              <a:rPr lang="en-IN" sz="1100" spc="-10" dirty="0">
                <a:latin typeface="Cambria"/>
                <a:cs typeface="Cambria"/>
              </a:rPr>
              <a:t>Akshitha Reddy</a:t>
            </a:r>
            <a:endParaRPr sz="11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Cambria"/>
              <a:buAutoNum type="arabicPeriod"/>
            </a:pPr>
            <a:endParaRPr sz="1100" dirty="0">
              <a:latin typeface="Cambria"/>
              <a:cs typeface="Cambria"/>
            </a:endParaRPr>
          </a:p>
          <a:p>
            <a:pPr marL="168910" indent="-156210">
              <a:lnSpc>
                <a:spcPct val="100000"/>
              </a:lnSpc>
              <a:buSzPct val="90909"/>
              <a:buAutoNum type="arabicPeriod"/>
              <a:tabLst>
                <a:tab pos="168910" algn="l"/>
              </a:tabLst>
            </a:pPr>
            <a:r>
              <a:rPr lang="en-IN" sz="1100" spc="-10" dirty="0">
                <a:latin typeface="Cambria"/>
                <a:cs typeface="Cambria"/>
              </a:rPr>
              <a:t>Rakshitha</a:t>
            </a:r>
          </a:p>
          <a:p>
            <a:pPr marL="168910" indent="-156210">
              <a:lnSpc>
                <a:spcPct val="100000"/>
              </a:lnSpc>
              <a:buSzPct val="90909"/>
              <a:buAutoNum type="arabicPeriod"/>
              <a:tabLst>
                <a:tab pos="168910" algn="l"/>
              </a:tabLst>
            </a:pPr>
            <a:endParaRPr lang="en-IN" sz="1100" spc="-10" dirty="0">
              <a:latin typeface="Cambria"/>
              <a:cs typeface="Cambria"/>
            </a:endParaRPr>
          </a:p>
          <a:p>
            <a:pPr marL="168910" indent="-156210">
              <a:lnSpc>
                <a:spcPct val="100000"/>
              </a:lnSpc>
              <a:buSzPct val="90909"/>
              <a:buAutoNum type="arabicPeriod"/>
              <a:tabLst>
                <a:tab pos="168910" algn="l"/>
              </a:tabLst>
            </a:pPr>
            <a:r>
              <a:rPr lang="en-IN" sz="1100" spc="-10" dirty="0">
                <a:latin typeface="Cambria"/>
                <a:cs typeface="Cambria"/>
              </a:rPr>
              <a:t>Navya</a:t>
            </a:r>
          </a:p>
          <a:p>
            <a:pPr marL="12700">
              <a:lnSpc>
                <a:spcPct val="100000"/>
              </a:lnSpc>
              <a:buSzPct val="90909"/>
              <a:tabLst>
                <a:tab pos="168910" algn="l"/>
              </a:tabLst>
            </a:pPr>
            <a:endParaRPr sz="1100" dirty="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334" y="3827539"/>
            <a:ext cx="5640705" cy="965008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45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1.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Title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–</a:t>
            </a:r>
            <a:r>
              <a:rPr lang="en-IN" sz="1100" b="1" spc="-15" dirty="0">
                <a:latin typeface="Arial"/>
                <a:cs typeface="Arial"/>
              </a:rPr>
              <a:t>  </a:t>
            </a:r>
            <a:r>
              <a:rPr lang="en-IN" sz="1100" b="1" spc="-15" dirty="0" err="1">
                <a:latin typeface="Arial"/>
                <a:cs typeface="Arial"/>
              </a:rPr>
              <a:t>InspireMe</a:t>
            </a:r>
            <a:r>
              <a:rPr lang="en-IN" sz="1100" b="1" spc="-15" dirty="0">
                <a:latin typeface="Arial"/>
                <a:cs typeface="Arial"/>
              </a:rPr>
              <a:t>-AI</a:t>
            </a: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building an AI-based motivation generator that provides positive and inspiring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messages.It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for students, professionals, and anyone seeking encouragement .The system generates motivational quotes and messages in a conversational way. It works as a virtual motivation assistant available anytime.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137505"/>
            <a:ext cx="5449570" cy="96436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2.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Objective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is to provide instant motivation and emotional support 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users.It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help users stay positive, focused, and confident .The system reduces stress by delivering encouraging and meaningful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messages.It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mental well-being through continuous motivation.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450" y="6489700"/>
            <a:ext cx="5736259" cy="964367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3.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Tools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Used</a:t>
            </a:r>
            <a:endParaRPr lang="en-IN" sz="11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Natural Language Processing (NLP) tools are used to generate motivational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content.A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generation or chatbot platform is used to manage user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interaction.A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simple web or mobile interface allows users to receive motivation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easily.Basic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and deployment tools are used to run the system smoothly.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0890" y="7841895"/>
            <a:ext cx="5736259" cy="981038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4.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Methodology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motivational quotes and positive messages were collected and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analyzed.The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model was trained to generate meaningful and inspiring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responses.The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processes user input such as mood 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situation.Testing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done to ensure the messages are relevant, positive, and user-friendly.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9FF4E-9D52-20BE-A7EA-8477CC4451B0}"/>
              </a:ext>
            </a:extLst>
          </p:cNvPr>
          <p:cNvSpPr txBox="1"/>
          <p:nvPr/>
        </p:nvSpPr>
        <p:spPr>
          <a:xfrm>
            <a:off x="2863850" y="62230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InspireMe</a:t>
            </a:r>
            <a:r>
              <a:rPr lang="en-IN" b="1" dirty="0"/>
              <a:t>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69035"/>
            <a:ext cx="5741670" cy="980397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5.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Output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a working AI motivation generator accessible through a web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interface.Users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request motivation based on their needs 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emotions.The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provides instant motivational messages in simple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language.It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operates continuously without human intervention.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286736"/>
            <a:ext cx="5625465" cy="95147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6.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Result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motivation generator successfully provided positive messages 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users.Users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reported improved mood and motivation after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interaction.The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was found easy to use and emotionally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supportive.It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proved effective as a digital motivation assistant.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39370">
              <a:lnSpc>
                <a:spcPct val="110400"/>
              </a:lnSpc>
              <a:spcBef>
                <a:spcPts val="10"/>
              </a:spcBef>
            </a:pPr>
            <a:endParaRPr sz="11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694786"/>
            <a:ext cx="5634355" cy="118878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100" dirty="0">
                <a:latin typeface="Cambria"/>
                <a:cs typeface="Cambria"/>
              </a:rPr>
              <a:t>◻</a:t>
            </a:r>
            <a:r>
              <a:rPr sz="1100" spc="20" dirty="0">
                <a:latin typeface="Cambria"/>
                <a:cs typeface="Cambria"/>
              </a:rPr>
              <a:t> </a:t>
            </a:r>
            <a:r>
              <a:rPr sz="1100" b="1" dirty="0">
                <a:latin typeface="Arial"/>
                <a:cs typeface="Arial"/>
              </a:rPr>
              <a:t>7.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Conclusion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the AI motivation generator is helpful for personal </a:t>
            </a:r>
            <a:r>
              <a:rPr lang="en-US" sz="1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encouragement.It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quick and reliable motivational content at any </a:t>
            </a:r>
            <a:r>
              <a:rPr lang="en-US" sz="1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time.The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demonstrates how AI can support mental well-being </a:t>
            </a:r>
            <a:r>
              <a:rPr lang="en-US" sz="1200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positively.With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enhancements, it can include personalized motivation and voice support.</a:t>
            </a:r>
            <a:endParaRPr lang="en-IN" sz="1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5130799"/>
            <a:ext cx="4119245" cy="3648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8.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Project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5" dirty="0" err="1">
                <a:latin typeface="Arial"/>
                <a:cs typeface="Arial"/>
              </a:rPr>
              <a:t>Url</a:t>
            </a:r>
            <a:endParaRPr lang="en-IN" sz="1100" b="1" spc="-2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100" dirty="0">
                <a:latin typeface="Arial"/>
                <a:cs typeface="Arial"/>
                <a:hlinkClick r:id="rId2"/>
              </a:rPr>
              <a:t>https://preview--delight-garden.lovable.app/</a:t>
            </a:r>
            <a:endParaRPr lang="en-IN"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6325869"/>
            <a:ext cx="2723846" cy="7290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Arial"/>
                <a:cs typeface="Arial"/>
              </a:rPr>
              <a:t>9.GitHub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Profile</a:t>
            </a: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100" dirty="0">
                <a:latin typeface="Arial"/>
                <a:cs typeface="Arial"/>
                <a:hlinkClick r:id="rId3"/>
              </a:rPr>
              <a:t>https://github.com/pravalikaammireddy-wq</a:t>
            </a:r>
            <a:endParaRPr lang="en-IN"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401</Words>
  <Application>Microsoft Office PowerPoint</Application>
  <PresentationFormat>Custom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Sunethra Goud</dc:creator>
  <cp:lastModifiedBy>pravalika ammireddy</cp:lastModifiedBy>
  <cp:revision>2</cp:revision>
  <dcterms:created xsi:type="dcterms:W3CDTF">2025-12-18T07:08:22Z</dcterms:created>
  <dcterms:modified xsi:type="dcterms:W3CDTF">2025-12-18T09:22:46Z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2025-12-18T00:00:00Z</vt:filetime>
  </property>
  <property fmtid="{D5CDD505-2E9C-101B-9397-08002B2CF9AE}" pid="5" name="Producer">
    <vt:lpwstr>www.ilovepdf.com</vt:lpwstr>
  </property>
</Properties>
</file>