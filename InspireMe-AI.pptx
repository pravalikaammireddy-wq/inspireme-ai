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73319-7D45-463B-8B85-96E4ADDC3A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717AB-DA02-4472-903D-585B70F659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2751" y="2890076"/>
            <a:ext cx="5318493" cy="936105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InspireMe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6256" y="4351993"/>
            <a:ext cx="2453850" cy="2304256"/>
          </a:xfrm>
        </p:spPr>
        <p:txBody>
          <a:bodyPr>
            <a:normAutofit fontScale="92500" lnSpcReduction="10000"/>
          </a:bodyPr>
          <a:lstStyle/>
          <a:p>
            <a:pPr marL="457200" indent="-457200" algn="l"/>
            <a:r>
              <a:rPr lang="en-US" sz="2000" b="1" dirty="0">
                <a:solidFill>
                  <a:schemeClr val="tx1"/>
                </a:solidFill>
              </a:rPr>
              <a:t>Presented by:</a:t>
            </a: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A. </a:t>
            </a:r>
            <a:r>
              <a:rPr lang="en-US" sz="2000" dirty="0" err="1">
                <a:solidFill>
                  <a:schemeClr val="tx1"/>
                </a:solidFill>
              </a:rPr>
              <a:t>Pravalika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A. </a:t>
            </a:r>
            <a:r>
              <a:rPr lang="en-US" sz="2000" dirty="0" err="1">
                <a:solidFill>
                  <a:schemeClr val="tx1"/>
                </a:solidFill>
              </a:rPr>
              <a:t>Mahitha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S. </a:t>
            </a:r>
            <a:r>
              <a:rPr lang="en-US" sz="2000" dirty="0" err="1">
                <a:solidFill>
                  <a:schemeClr val="tx1"/>
                </a:solidFill>
              </a:rPr>
              <a:t>Dedeepya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M. </a:t>
            </a:r>
            <a:r>
              <a:rPr lang="en-US" sz="2000" dirty="0" err="1">
                <a:solidFill>
                  <a:schemeClr val="tx1"/>
                </a:solidFill>
              </a:rPr>
              <a:t>Akshitha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P. </a:t>
            </a:r>
            <a:r>
              <a:rPr lang="en-US" sz="2000" dirty="0" err="1">
                <a:solidFill>
                  <a:schemeClr val="tx1"/>
                </a:solidFill>
              </a:rPr>
              <a:t>Rakshitha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l"/>
            <a:r>
              <a:rPr lang="en-US" sz="2000" dirty="0">
                <a:solidFill>
                  <a:schemeClr val="tx1"/>
                </a:solidFill>
              </a:rPr>
              <a:t>K. </a:t>
            </a:r>
            <a:r>
              <a:rPr lang="en-US" sz="2000" dirty="0" err="1">
                <a:solidFill>
                  <a:schemeClr val="tx1"/>
                </a:solidFill>
              </a:rPr>
              <a:t>Navya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/>
            <a:endParaRPr lang="en-US" sz="2000" dirty="0">
              <a:solidFill>
                <a:schemeClr val="tx1"/>
              </a:solidFill>
            </a:endParaRPr>
          </a:p>
          <a:p>
            <a:pPr marL="457200" indent="-457200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29324CDD-2C72-B817-0C4E-6CF7A348BCE4}"/>
              </a:ext>
            </a:extLst>
          </p:cNvPr>
          <p:cNvSpPr txBox="1">
            <a:spLocks/>
          </p:cNvSpPr>
          <p:nvPr/>
        </p:nvSpPr>
        <p:spPr>
          <a:xfrm>
            <a:off x="-1" y="1142984"/>
            <a:ext cx="9144001" cy="642942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sz="2400" b="1" dirty="0">
              <a:solidFill>
                <a:srgbClr val="C00000"/>
              </a:solidFill>
              <a:latin typeface="Bookman Old Style" pitchFamily="18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itchFamily="18" charset="0"/>
              </a:rPr>
              <a:t>SREYAS INSTITUTE OF ENGINEERING &amp; TECHNOLOGY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C00000"/>
                </a:solidFill>
                <a:latin typeface="Bookman Old Style" pitchFamily="18" charset="0"/>
              </a:rPr>
              <a:t>(AUTONOMUS)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000" dirty="0"/>
              <a:t>(Approved by </a:t>
            </a:r>
            <a:r>
              <a:rPr lang="en-US" sz="1000" dirty="0" err="1"/>
              <a:t>A.I.C.T.E.,New</a:t>
            </a:r>
            <a:r>
              <a:rPr lang="en-US" sz="1000" dirty="0"/>
              <a:t> Delhi., Affiliated to JNTUH Hyderabad, Accredited by NAAC ‘A’ Grade &amp; NBA)</a:t>
            </a:r>
            <a:endParaRPr lang="en-US" sz="2400" b="1" dirty="0">
              <a:solidFill>
                <a:srgbClr val="C00000"/>
              </a:solidFill>
              <a:latin typeface="Bookman Old Style" pitchFamily="18" charset="0"/>
            </a:endParaRPr>
          </a:p>
          <a:p>
            <a:pPr fontAlgn="auto">
              <a:spcAft>
                <a:spcPts val="0"/>
              </a:spcAft>
              <a:defRPr/>
            </a:pPr>
            <a:b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Bookman Old Style" pitchFamily="18" charset="0"/>
              </a:rPr>
            </a:br>
            <a:endParaRPr lang="en-US" sz="2400" b="1" dirty="0">
              <a:solidFill>
                <a:schemeClr val="accent4">
                  <a:lumMod val="75000"/>
                </a:schemeClr>
              </a:solidFill>
              <a:latin typeface="Bookman Old Style" pitchFamily="18" charset="0"/>
            </a:endParaRPr>
          </a:p>
        </p:txBody>
      </p:sp>
      <p:pic>
        <p:nvPicPr>
          <p:cNvPr id="6" name="Picture 0" descr="LOGO.jpg">
            <a:extLst>
              <a:ext uri="{FF2B5EF4-FFF2-40B4-BE49-F238E27FC236}">
                <a16:creationId xmlns:a16="http://schemas.microsoft.com/office/drawing/2014/main" id="{3491EA16-516F-7CE4-0691-95B95E217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461" y="26887"/>
            <a:ext cx="981075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Low motivation reduces productivity and mental well-being</a:t>
            </a:r>
          </a:p>
          <a:p>
            <a:r>
              <a:rPr lang="en-US" sz="2400" dirty="0"/>
              <a:t>Generic quotes feel repetitive</a:t>
            </a:r>
          </a:p>
          <a:p>
            <a:r>
              <a:rPr lang="en-US" sz="2400" dirty="0"/>
              <a:t>No personalization for mood or goals</a:t>
            </a:r>
          </a:p>
          <a:p>
            <a:r>
              <a:rPr lang="en-US" sz="2400" dirty="0"/>
              <a:t>Need an intelligent motivational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AI Motivational Generator</a:t>
            </a:r>
            <a:endParaRPr lang="en-US" sz="2400" dirty="0"/>
          </a:p>
          <a:p>
            <a:r>
              <a:rPr lang="en-US" sz="2400" dirty="0"/>
              <a:t>Uses AI to generate motivational messages</a:t>
            </a:r>
          </a:p>
          <a:p>
            <a:r>
              <a:rPr lang="en-US" sz="2400" dirty="0"/>
              <a:t>Personalized based on user input</a:t>
            </a:r>
          </a:p>
          <a:p>
            <a:r>
              <a:rPr lang="en-US" sz="2400" dirty="0"/>
              <a:t>Provides instant encouragement</a:t>
            </a:r>
          </a:p>
          <a:p>
            <a:r>
              <a:rPr lang="en-US" sz="2400" dirty="0"/>
              <a:t>Accessible anytime and anywhere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47BC6-FA49-55F1-8263-69E59FCA91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001" y="4026616"/>
            <a:ext cx="4401997" cy="2462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0273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User inputs mood, goal, or situation</a:t>
            </a:r>
          </a:p>
          <a:p>
            <a:r>
              <a:rPr lang="en-US" sz="2800" dirty="0"/>
              <a:t>AI processes the input</a:t>
            </a:r>
          </a:p>
          <a:p>
            <a:r>
              <a:rPr lang="en-US" sz="2800" dirty="0"/>
              <a:t>Natural Language Processing (NLP) analyzes context</a:t>
            </a:r>
          </a:p>
          <a:p>
            <a:r>
              <a:rPr lang="en-US" sz="2800" dirty="0"/>
              <a:t>AI generates a customized motivational message</a:t>
            </a:r>
          </a:p>
          <a:p>
            <a:r>
              <a:rPr lang="en-US" sz="2800" dirty="0"/>
              <a:t>Output displayed to the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0CF916-8AAD-5A7C-60C9-A3E3ADF292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831" y="4149080"/>
            <a:ext cx="5214338" cy="23016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Personalized motivation</a:t>
            </a:r>
          </a:p>
          <a:p>
            <a:r>
              <a:rPr lang="en-US" sz="2800" dirty="0"/>
              <a:t>Reduces stress and burnout</a:t>
            </a:r>
          </a:p>
          <a:p>
            <a:r>
              <a:rPr lang="en-US" sz="2800" dirty="0"/>
              <a:t>Easy to use</a:t>
            </a:r>
          </a:p>
          <a:p>
            <a:r>
              <a:rPr lang="en-US" sz="2800" dirty="0"/>
              <a:t>Available 24/7</a:t>
            </a:r>
          </a:p>
          <a:p>
            <a:r>
              <a:rPr lang="en-US" sz="2800" dirty="0"/>
              <a:t>Improves emotional well-being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cs typeface="Times New Roman" pitchFamily="18" charset="0"/>
              </a:rPr>
              <a:t>AI can positively impact mental well-being</a:t>
            </a:r>
          </a:p>
          <a:p>
            <a:r>
              <a:rPr lang="en-US" sz="2800" dirty="0">
                <a:cs typeface="Times New Roman" pitchFamily="18" charset="0"/>
              </a:rPr>
              <a:t>The AI Motivational Generator provides personalized inspiration</a:t>
            </a:r>
          </a:p>
          <a:p>
            <a:r>
              <a:rPr lang="en-US" sz="2800" dirty="0">
                <a:cs typeface="Times New Roman" pitchFamily="18" charset="0"/>
              </a:rPr>
              <a:t>It is a step toward smarter emotional support systems</a:t>
            </a:r>
          </a:p>
          <a:p>
            <a:r>
              <a:rPr lang="en-US" sz="2800" dirty="0">
                <a:cs typeface="Times New Roman" pitchFamily="18" charset="0"/>
              </a:rPr>
              <a:t>Combines technology with human emotions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187</Words>
  <Application>Microsoft Office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Calibri</vt:lpstr>
      <vt:lpstr>Times New Roman</vt:lpstr>
      <vt:lpstr>Office Theme</vt:lpstr>
      <vt:lpstr>InspireMe-AI</vt:lpstr>
      <vt:lpstr>PROBLEM STATEMENT</vt:lpstr>
      <vt:lpstr>PROPOSED SOLUTION</vt:lpstr>
      <vt:lpstr>HOW IT WORKS</vt:lpstr>
      <vt:lpstr>ADVANTAGES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InspireMe-AI</dc:title>
  <dc:creator>user</dc:creator>
  <cp:lastModifiedBy>pravalika ammireddy</cp:lastModifiedBy>
  <cp:revision>6</cp:revision>
  <dcterms:created xsi:type="dcterms:W3CDTF">2025-12-18T07:06:08Z</dcterms:created>
  <dcterms:modified xsi:type="dcterms:W3CDTF">2025-12-18T09:29:33Z</dcterms:modified>
</cp:coreProperties>
</file>